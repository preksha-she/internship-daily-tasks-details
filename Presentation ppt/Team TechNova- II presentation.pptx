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4" r:id="rId3"/>
    <p:sldId id="265" r:id="rId4"/>
    <p:sldId id="257" r:id="rId5"/>
    <p:sldId id="259" r:id="rId6"/>
    <p:sldId id="260" r:id="rId7"/>
    <p:sldId id="267" r:id="rId8"/>
    <p:sldId id="268" r:id="rId9"/>
    <p:sldId id="269" r:id="rId10"/>
    <p:sldId id="261" r:id="rId11"/>
    <p:sldId id="262" r:id="rId12"/>
    <p:sldId id="263" r:id="rId13"/>
    <p:sldId id="273" r:id="rId14"/>
    <p:sldId id="271" r:id="rId15"/>
    <p:sldId id="272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199A7-2846-441D-967F-E10FB2CBD925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65D2-32B9-40A1-A0E4-555B1C19DA6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199A7-2846-441D-967F-E10FB2CBD925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65D2-32B9-40A1-A0E4-555B1C19DA6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199A7-2846-441D-967F-E10FB2CBD925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65D2-32B9-40A1-A0E4-555B1C19DA6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199A7-2846-441D-967F-E10FB2CBD925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65D2-32B9-40A1-A0E4-555B1C19DA6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199A7-2846-441D-967F-E10FB2CBD925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65D2-32B9-40A1-A0E4-555B1C19DA6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199A7-2846-441D-967F-E10FB2CBD925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65D2-32B9-40A1-A0E4-555B1C19DA6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199A7-2846-441D-967F-E10FB2CBD925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65D2-32B9-40A1-A0E4-555B1C19DA6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199A7-2846-441D-967F-E10FB2CBD925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65D2-32B9-40A1-A0E4-555B1C19DA6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199A7-2846-441D-967F-E10FB2CBD925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65D2-32B9-40A1-A0E4-555B1C19DA6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199A7-2846-441D-967F-E10FB2CBD925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65D2-32B9-40A1-A0E4-555B1C19DA6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199A7-2846-441D-967F-E10FB2CBD925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B65D2-32B9-40A1-A0E4-555B1C19DA6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3199A7-2846-441D-967F-E10FB2CBD925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2B65D2-32B9-40A1-A0E4-555B1C19DA61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554479"/>
            <a:ext cx="9144000" cy="1406843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Advanced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11440" y="3261360"/>
            <a:ext cx="3982720" cy="3454400"/>
          </a:xfrm>
        </p:spPr>
        <p:txBody>
          <a:bodyPr>
            <a:normAutofit fontScale="92500" lnSpcReduction="20000"/>
          </a:bodyPr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TechNova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Anas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Disha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Hemanth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Jeevan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Prajna K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Presha Shetty        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Sadeem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3560" y="213361"/>
            <a:ext cx="10515600" cy="1036319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Git?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721F210-F698-1107-757C-DC758AE76E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1488" y="1363694"/>
            <a:ext cx="948208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is a distributed version control system.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enables tracking of code changes over time.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collaboration among multiple developers.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modern software development.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Commonly integrated with platforms such as GitHub.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3240" y="50624"/>
            <a:ext cx="10515600" cy="964332"/>
          </a:xfrm>
        </p:spPr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Git Repository?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04521" y="1864966"/>
            <a:ext cx="10982960" cy="4092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Git Repository (Repo) is: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project folder tracked by Git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all files + history of changes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hidden .git folder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types: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Repository – On your computer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Repository – On platforms like GitHub</a:t>
            </a:r>
          </a:p>
          <a:p>
            <a:pPr marL="0" indent="0">
              <a:buNone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995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Setup Commands</a:t>
            </a:r>
          </a:p>
        </p:txBody>
      </p:sp>
      <p:sp>
        <p:nvSpPr>
          <p:cNvPr id="4" name="Content Placeholder 3"/>
          <p:cNvSpPr>
            <a:spLocks noGrp="1" noChangeArrowheads="1"/>
          </p:cNvSpPr>
          <p:nvPr>
            <p:ph idx="1"/>
          </p:nvPr>
        </p:nvSpPr>
        <p:spPr bwMode="auto">
          <a:xfrm>
            <a:off x="838200" y="2016135"/>
            <a:ext cx="105156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config --global user.name "Your Name"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config --global </a:t>
            </a:r>
            <a:r>
              <a:rPr lang="en-GB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user.email</a:t>
            </a: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"your@email.com"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config –list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GB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Git: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git </a:t>
            </a:r>
            <a:r>
              <a:rPr lang="en-I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I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Clone existing repo: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git clone &lt;repository-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7241"/>
            <a:ext cx="10515600" cy="1091681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Git Commands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292289"/>
            <a:ext cx="10515600" cy="253177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status        # Check changes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add file.txt  # Add file to staging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add .         # Add all files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commit -m "Message"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log           # View history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diff          # Show changes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6760" y="512764"/>
            <a:ext cx="9804400" cy="933482"/>
          </a:xfrm>
        </p:spPr>
        <p:txBody>
          <a:bodyPr>
            <a:normAutofit/>
          </a:bodyPr>
          <a:lstStyle/>
          <a:p>
            <a:pPr algn="l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 in Git (Core Areas)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242" y="1754155"/>
            <a:ext cx="10038080" cy="3097763"/>
          </a:xfrm>
        </p:spPr>
        <p:txBody>
          <a:bodyPr>
            <a:normAutofit/>
          </a:bodyPr>
          <a:lstStyle/>
          <a:p>
            <a:pPr algn="l"/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Branching in Git?</a:t>
            </a:r>
          </a:p>
          <a:p>
            <a:pPr algn="l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branch is: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separate version of your project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develop features safely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branch: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(or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4976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Branching Matters?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437427"/>
            <a:ext cx="5779083" cy="3576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features independently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 bugs without affecting main code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in teams safely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breaking production code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→ Stable code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feature-login → New feature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320" y="833120"/>
            <a:ext cx="10515600" cy="593408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Branching Commands</a:t>
            </a:r>
            <a:endParaRPr lang="en-IN" sz="3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67080" y="1397675"/>
            <a:ext cx="6736139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branch                # List branches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branch feature-name   # Create branch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checkout feature-name # Switch branch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checkout -b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newbranch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 Create + switch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branch -d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branchname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# Delete branch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63600"/>
            <a:ext cx="10515600" cy="827088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Merging in Git</a:t>
            </a:r>
            <a:endParaRPr lang="en-IN" sz="3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one branch into another.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git checkout main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git merge feature-login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Types: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Fast-forward merge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Three-way merge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8828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Merge Conflict?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19480" y="893953"/>
            <a:ext cx="9770706" cy="4182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merge conflict happens when: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branches change the same line of code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cannot decide automatically.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conflict: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&lt;&lt;&lt;&lt;&lt;&lt;&lt; HEAD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Hello World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=======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Hello Git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&gt;&gt;&gt;&gt;&gt;&gt;&gt; feature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8465" y="365126"/>
            <a:ext cx="10875335" cy="931830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Resolving Merge Conflicts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78465" y="1033473"/>
            <a:ext cx="10375641" cy="2975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conflicted file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manually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conflict markers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file again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.</a:t>
            </a:r>
            <a:r>
              <a:rPr lang="en-IN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gitignore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IN" sz="3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47183"/>
          </a:xfrm>
        </p:spPr>
        <p:txBody>
          <a:bodyPr>
            <a:norm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gitignore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file that tells Git which files and folders should NOT be tracked or committed to the repository.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Use .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gitignore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uploading unnecessary files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 sensitive information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repository clean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repository size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4E322-4903-5179-131C-3DD359BA4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6C257-B2FB-711F-3F58-26239B9D3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node_modules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     # Dependency folder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.env               # Environment variables (contains secrets)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*.log              # Log files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pycache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__/       # Python cache files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*.class            # Java compiled files</a:t>
            </a:r>
          </a:p>
        </p:txBody>
      </p:sp>
    </p:spTree>
    <p:extLst>
      <p:ext uri="{BB962C8B-B14F-4D97-AF65-F5344CB8AC3E}">
        <p14:creationId xmlns:p14="http://schemas.microsoft.com/office/powerpoint/2010/main" val="473250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F5868-DA77-C464-D883-40A9B7176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E0377-908E-0E4D-13F1-7ABEA0647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Workflow is a standard process developers follow to: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on features safely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Collaborate in teams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code before merging</a:t>
            </a:r>
          </a:p>
        </p:txBody>
      </p:sp>
    </p:spTree>
    <p:extLst>
      <p:ext uri="{BB962C8B-B14F-4D97-AF65-F5344CB8AC3E}">
        <p14:creationId xmlns:p14="http://schemas.microsoft.com/office/powerpoint/2010/main" val="2403067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FD8BD-A1EF-F689-7558-E4BF4DEB7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CCFF6-9833-57D7-E1FD-463ACE0DF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clone https://github.com/user/project.git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 project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checkout main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pull origin main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checkout -b feature-login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Make changes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add 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commit -m "Added login feature“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push -u origin feature-login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6233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2680" y="2516505"/>
            <a:ext cx="10515600" cy="201485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You…</a:t>
            </a:r>
            <a:endParaRPr lang="en-IN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549</Words>
  <Application>Microsoft Office PowerPoint</Application>
  <PresentationFormat>Widescreen</PresentationFormat>
  <Paragraphs>121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Times New Roman</vt:lpstr>
      <vt:lpstr>Office Theme</vt:lpstr>
      <vt:lpstr>Git Advanced</vt:lpstr>
      <vt:lpstr>What is Git?</vt:lpstr>
      <vt:lpstr>What is a Git Repository?</vt:lpstr>
      <vt:lpstr>Git Setup Commands</vt:lpstr>
      <vt:lpstr>Basic Git Commands</vt:lpstr>
      <vt:lpstr>Master in Git (Core Areas)</vt:lpstr>
      <vt:lpstr>Why Branching Matters?</vt:lpstr>
      <vt:lpstr>Branching Commands</vt:lpstr>
      <vt:lpstr>Merging in Git</vt:lpstr>
      <vt:lpstr>What is Merge Conflict?</vt:lpstr>
      <vt:lpstr>Resolving Merge Conflicts</vt:lpstr>
      <vt:lpstr>What is .gitignore?</vt:lpstr>
      <vt:lpstr>Example</vt:lpstr>
      <vt:lpstr>GitHub Workflow</vt:lpstr>
      <vt:lpstr>Example: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PRAJNA KANIYA</dc:creator>
  <cp:lastModifiedBy>preksha shetty</cp:lastModifiedBy>
  <cp:revision>33</cp:revision>
  <dcterms:created xsi:type="dcterms:W3CDTF">2026-02-05T08:57:00Z</dcterms:created>
  <dcterms:modified xsi:type="dcterms:W3CDTF">2026-02-23T05:18:15Z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EA2F04EC2F9F44E6AE103E0E936EADCE_13</vt:lpwstr>
  </property>
  <property fmtid="{D5CDD505-2E9C-101B-9397-08002B2CF9AE}" pid="3" name="KSOProductBuildVer">
    <vt:lpwstr>1033-12.2.0.23196</vt:lpwstr>
  </property>
</Properties>
</file>