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AEAECC-8508-46C8-80ED-1110B475C5EB}" v="17" dt="2026-02-05T10:02:37.0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4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JNA KANIYA" userId="52dbd77a8c21eaf7" providerId="LiveId" clId="{E1F64D56-961F-44DE-8B4D-9D4C5F82E4CC}"/>
    <pc:docChg chg="undo custSel addSld modSld">
      <pc:chgData name="PRAJNA KANIYA" userId="52dbd77a8c21eaf7" providerId="LiveId" clId="{E1F64D56-961F-44DE-8B4D-9D4C5F82E4CC}" dt="2026-02-05T10:11:53.251" v="483" actId="20577"/>
      <pc:docMkLst>
        <pc:docMk/>
      </pc:docMkLst>
      <pc:sldChg chg="modSp mod">
        <pc:chgData name="PRAJNA KANIYA" userId="52dbd77a8c21eaf7" providerId="LiveId" clId="{E1F64D56-961F-44DE-8B4D-9D4C5F82E4CC}" dt="2026-02-05T10:11:53.251" v="483" actId="20577"/>
        <pc:sldMkLst>
          <pc:docMk/>
          <pc:sldMk cId="735207084" sldId="256"/>
        </pc:sldMkLst>
        <pc:spChg chg="mod">
          <ac:chgData name="PRAJNA KANIYA" userId="52dbd77a8c21eaf7" providerId="LiveId" clId="{E1F64D56-961F-44DE-8B4D-9D4C5F82E4CC}" dt="2026-02-05T10:11:40.517" v="481" actId="1076"/>
          <ac:spMkLst>
            <pc:docMk/>
            <pc:sldMk cId="735207084" sldId="256"/>
            <ac:spMk id="2" creationId="{A64566CC-9D49-67A6-A1C5-B34374454DB3}"/>
          </ac:spMkLst>
        </pc:spChg>
        <pc:spChg chg="mod">
          <ac:chgData name="PRAJNA KANIYA" userId="52dbd77a8c21eaf7" providerId="LiveId" clId="{E1F64D56-961F-44DE-8B4D-9D4C5F82E4CC}" dt="2026-02-05T10:11:53.251" v="483" actId="20577"/>
          <ac:spMkLst>
            <pc:docMk/>
            <pc:sldMk cId="735207084" sldId="256"/>
            <ac:spMk id="3" creationId="{33FDA7B1-384D-CD32-8AA8-654F40DF259A}"/>
          </ac:spMkLst>
        </pc:spChg>
      </pc:sldChg>
      <pc:sldChg chg="modSp mod">
        <pc:chgData name="PRAJNA KANIYA" userId="52dbd77a8c21eaf7" providerId="LiveId" clId="{E1F64D56-961F-44DE-8B4D-9D4C5F82E4CC}" dt="2026-02-05T09:43:09.219" v="350" actId="255"/>
        <pc:sldMkLst>
          <pc:docMk/>
          <pc:sldMk cId="2414033834" sldId="257"/>
        </pc:sldMkLst>
        <pc:spChg chg="mod">
          <ac:chgData name="PRAJNA KANIYA" userId="52dbd77a8c21eaf7" providerId="LiveId" clId="{E1F64D56-961F-44DE-8B4D-9D4C5F82E4CC}" dt="2026-02-05T09:43:09.219" v="350" actId="255"/>
          <ac:spMkLst>
            <pc:docMk/>
            <pc:sldMk cId="2414033834" sldId="257"/>
            <ac:spMk id="2" creationId="{2AD1EC54-3509-FA8B-128A-48E92C7F4C46}"/>
          </ac:spMkLst>
        </pc:spChg>
        <pc:spChg chg="mod">
          <ac:chgData name="PRAJNA KANIYA" userId="52dbd77a8c21eaf7" providerId="LiveId" clId="{E1F64D56-961F-44DE-8B4D-9D4C5F82E4CC}" dt="2026-02-05T09:39:52.111" v="297" actId="1076"/>
          <ac:spMkLst>
            <pc:docMk/>
            <pc:sldMk cId="2414033834" sldId="257"/>
            <ac:spMk id="3" creationId="{F6AC70C8-46BD-8EC0-4504-91505B858B5B}"/>
          </ac:spMkLst>
        </pc:spChg>
      </pc:sldChg>
      <pc:sldChg chg="modSp mod">
        <pc:chgData name="PRAJNA KANIYA" userId="52dbd77a8c21eaf7" providerId="LiveId" clId="{E1F64D56-961F-44DE-8B4D-9D4C5F82E4CC}" dt="2026-02-05T09:49:29.481" v="383" actId="20577"/>
        <pc:sldMkLst>
          <pc:docMk/>
          <pc:sldMk cId="684233084" sldId="258"/>
        </pc:sldMkLst>
        <pc:spChg chg="mod">
          <ac:chgData name="PRAJNA KANIYA" userId="52dbd77a8c21eaf7" providerId="LiveId" clId="{E1F64D56-961F-44DE-8B4D-9D4C5F82E4CC}" dt="2026-02-05T09:49:29.481" v="383" actId="20577"/>
          <ac:spMkLst>
            <pc:docMk/>
            <pc:sldMk cId="684233084" sldId="258"/>
            <ac:spMk id="3" creationId="{0C88852A-AE5D-92D5-0F92-9C58A7DDC6E7}"/>
          </ac:spMkLst>
        </pc:spChg>
      </pc:sldChg>
      <pc:sldChg chg="modSp mod">
        <pc:chgData name="PRAJNA KANIYA" userId="52dbd77a8c21eaf7" providerId="LiveId" clId="{E1F64D56-961F-44DE-8B4D-9D4C5F82E4CC}" dt="2026-02-05T09:40:16.031" v="301" actId="1076"/>
        <pc:sldMkLst>
          <pc:docMk/>
          <pc:sldMk cId="177257362" sldId="259"/>
        </pc:sldMkLst>
        <pc:spChg chg="mod">
          <ac:chgData name="PRAJNA KANIYA" userId="52dbd77a8c21eaf7" providerId="LiveId" clId="{E1F64D56-961F-44DE-8B4D-9D4C5F82E4CC}" dt="2026-02-05T09:40:16.031" v="301" actId="1076"/>
          <ac:spMkLst>
            <pc:docMk/>
            <pc:sldMk cId="177257362" sldId="259"/>
            <ac:spMk id="2" creationId="{E1A86358-945C-FADF-35AA-07415D7DF670}"/>
          </ac:spMkLst>
        </pc:spChg>
        <pc:spChg chg="mod">
          <ac:chgData name="PRAJNA KANIYA" userId="52dbd77a8c21eaf7" providerId="LiveId" clId="{E1F64D56-961F-44DE-8B4D-9D4C5F82E4CC}" dt="2026-02-05T09:40:10.365" v="300" actId="1076"/>
          <ac:spMkLst>
            <pc:docMk/>
            <pc:sldMk cId="177257362" sldId="259"/>
            <ac:spMk id="3" creationId="{44059623-B0B4-4322-1C31-C1C0FF3C06C4}"/>
          </ac:spMkLst>
        </pc:spChg>
      </pc:sldChg>
      <pc:sldChg chg="modSp mod">
        <pc:chgData name="PRAJNA KANIYA" userId="52dbd77a8c21eaf7" providerId="LiveId" clId="{E1F64D56-961F-44DE-8B4D-9D4C5F82E4CC}" dt="2026-02-05T09:40:26.205" v="303" actId="1076"/>
        <pc:sldMkLst>
          <pc:docMk/>
          <pc:sldMk cId="379168394" sldId="260"/>
        </pc:sldMkLst>
        <pc:spChg chg="mod">
          <ac:chgData name="PRAJNA KANIYA" userId="52dbd77a8c21eaf7" providerId="LiveId" clId="{E1F64D56-961F-44DE-8B4D-9D4C5F82E4CC}" dt="2026-02-05T09:40:21.925" v="302" actId="1076"/>
          <ac:spMkLst>
            <pc:docMk/>
            <pc:sldMk cId="379168394" sldId="260"/>
            <ac:spMk id="2" creationId="{BD8F5512-7C52-00E7-CD82-828AA1170D1E}"/>
          </ac:spMkLst>
        </pc:spChg>
        <pc:spChg chg="mod">
          <ac:chgData name="PRAJNA KANIYA" userId="52dbd77a8c21eaf7" providerId="LiveId" clId="{E1F64D56-961F-44DE-8B4D-9D4C5F82E4CC}" dt="2026-02-05T09:40:26.205" v="303" actId="1076"/>
          <ac:spMkLst>
            <pc:docMk/>
            <pc:sldMk cId="379168394" sldId="260"/>
            <ac:spMk id="3" creationId="{35047D28-63EB-99BF-C98F-DFB0C279E6FE}"/>
          </ac:spMkLst>
        </pc:spChg>
      </pc:sldChg>
      <pc:sldChg chg="modSp mod">
        <pc:chgData name="PRAJNA KANIYA" userId="52dbd77a8c21eaf7" providerId="LiveId" clId="{E1F64D56-961F-44DE-8B4D-9D4C5F82E4CC}" dt="2026-02-05T09:34:02.994" v="235" actId="20577"/>
        <pc:sldMkLst>
          <pc:docMk/>
          <pc:sldMk cId="3776852668" sldId="261"/>
        </pc:sldMkLst>
        <pc:spChg chg="mod">
          <ac:chgData name="PRAJNA KANIYA" userId="52dbd77a8c21eaf7" providerId="LiveId" clId="{E1F64D56-961F-44DE-8B4D-9D4C5F82E4CC}" dt="2026-02-05T09:34:02.994" v="235" actId="20577"/>
          <ac:spMkLst>
            <pc:docMk/>
            <pc:sldMk cId="3776852668" sldId="261"/>
            <ac:spMk id="2" creationId="{10C7594F-04B5-F94F-343C-014972698670}"/>
          </ac:spMkLst>
        </pc:spChg>
      </pc:sldChg>
      <pc:sldChg chg="modSp mod">
        <pc:chgData name="PRAJNA KANIYA" userId="52dbd77a8c21eaf7" providerId="LiveId" clId="{E1F64D56-961F-44DE-8B4D-9D4C5F82E4CC}" dt="2026-02-05T09:40:51.025" v="308" actId="255"/>
        <pc:sldMkLst>
          <pc:docMk/>
          <pc:sldMk cId="2240905823" sldId="262"/>
        </pc:sldMkLst>
        <pc:spChg chg="mod">
          <ac:chgData name="PRAJNA KANIYA" userId="52dbd77a8c21eaf7" providerId="LiveId" clId="{E1F64D56-961F-44DE-8B4D-9D4C5F82E4CC}" dt="2026-02-05T09:40:39.393" v="306" actId="1076"/>
          <ac:spMkLst>
            <pc:docMk/>
            <pc:sldMk cId="2240905823" sldId="262"/>
            <ac:spMk id="2" creationId="{76024009-F3AC-C276-1216-BAD8C857250D}"/>
          </ac:spMkLst>
        </pc:spChg>
        <pc:spChg chg="mod">
          <ac:chgData name="PRAJNA KANIYA" userId="52dbd77a8c21eaf7" providerId="LiveId" clId="{E1F64D56-961F-44DE-8B4D-9D4C5F82E4CC}" dt="2026-02-05T09:40:51.025" v="308" actId="255"/>
          <ac:spMkLst>
            <pc:docMk/>
            <pc:sldMk cId="2240905823" sldId="262"/>
            <ac:spMk id="3" creationId="{94EC76E5-7769-E5F6-F747-E9B3460E1657}"/>
          </ac:spMkLst>
        </pc:spChg>
      </pc:sldChg>
      <pc:sldChg chg="modSp new mod">
        <pc:chgData name="PRAJNA KANIYA" userId="52dbd77a8c21eaf7" providerId="LiveId" clId="{E1F64D56-961F-44DE-8B4D-9D4C5F82E4CC}" dt="2026-02-05T09:44:34.224" v="379" actId="20577"/>
        <pc:sldMkLst>
          <pc:docMk/>
          <pc:sldMk cId="678962329" sldId="263"/>
        </pc:sldMkLst>
        <pc:spChg chg="mod">
          <ac:chgData name="PRAJNA KANIYA" userId="52dbd77a8c21eaf7" providerId="LiveId" clId="{E1F64D56-961F-44DE-8B4D-9D4C5F82E4CC}" dt="2026-02-05T09:41:25.548" v="332" actId="20577"/>
          <ac:spMkLst>
            <pc:docMk/>
            <pc:sldMk cId="678962329" sldId="263"/>
            <ac:spMk id="2" creationId="{4A2743EA-B404-F4E0-00E8-11F2F748D5AF}"/>
          </ac:spMkLst>
        </pc:spChg>
        <pc:spChg chg="mod">
          <ac:chgData name="PRAJNA KANIYA" userId="52dbd77a8c21eaf7" providerId="LiveId" clId="{E1F64D56-961F-44DE-8B4D-9D4C5F82E4CC}" dt="2026-02-05T09:44:34.224" v="379" actId="20577"/>
          <ac:spMkLst>
            <pc:docMk/>
            <pc:sldMk cId="678962329" sldId="263"/>
            <ac:spMk id="3" creationId="{5C103269-7FDC-3D33-821A-E58DE538A194}"/>
          </ac:spMkLst>
        </pc:spChg>
      </pc:sldChg>
      <pc:sldChg chg="delSp modSp new mod">
        <pc:chgData name="PRAJNA KANIYA" userId="52dbd77a8c21eaf7" providerId="LiveId" clId="{E1F64D56-961F-44DE-8B4D-9D4C5F82E4CC}" dt="2026-02-05T10:02:33.698" v="401" actId="27636"/>
        <pc:sldMkLst>
          <pc:docMk/>
          <pc:sldMk cId="4037912561" sldId="264"/>
        </pc:sldMkLst>
        <pc:spChg chg="del mod">
          <ac:chgData name="PRAJNA KANIYA" userId="52dbd77a8c21eaf7" providerId="LiveId" clId="{E1F64D56-961F-44DE-8B4D-9D4C5F82E4CC}" dt="2026-02-05T09:25:05.396" v="72" actId="21"/>
          <ac:spMkLst>
            <pc:docMk/>
            <pc:sldMk cId="4037912561" sldId="264"/>
            <ac:spMk id="2" creationId="{21CE9CEA-164B-63E7-89EA-A6AB41FFFD62}"/>
          </ac:spMkLst>
        </pc:spChg>
        <pc:spChg chg="mod">
          <ac:chgData name="PRAJNA KANIYA" userId="52dbd77a8c21eaf7" providerId="LiveId" clId="{E1F64D56-961F-44DE-8B4D-9D4C5F82E4CC}" dt="2026-02-05T10:02:33.698" v="401" actId="27636"/>
          <ac:spMkLst>
            <pc:docMk/>
            <pc:sldMk cId="4037912561" sldId="264"/>
            <ac:spMk id="3" creationId="{B3D8277E-DFB1-8E1F-B9E8-47B8A525A173}"/>
          </ac:spMkLst>
        </pc:spChg>
      </pc:sldChg>
      <pc:sldChg chg="modSp new mod">
        <pc:chgData name="PRAJNA KANIYA" userId="52dbd77a8c21eaf7" providerId="LiveId" clId="{E1F64D56-961F-44DE-8B4D-9D4C5F82E4CC}" dt="2026-02-05T10:02:33.702" v="402" actId="27636"/>
        <pc:sldMkLst>
          <pc:docMk/>
          <pc:sldMk cId="1317924459" sldId="265"/>
        </pc:sldMkLst>
        <pc:spChg chg="mod">
          <ac:chgData name="PRAJNA KANIYA" userId="52dbd77a8c21eaf7" providerId="LiveId" clId="{E1F64D56-961F-44DE-8B4D-9D4C5F82E4CC}" dt="2026-02-05T10:02:33.702" v="402" actId="27636"/>
          <ac:spMkLst>
            <pc:docMk/>
            <pc:sldMk cId="1317924459" sldId="265"/>
            <ac:spMk id="2" creationId="{6A505491-5C93-49CE-131B-92B752C7C33D}"/>
          </ac:spMkLst>
        </pc:spChg>
        <pc:spChg chg="mod">
          <ac:chgData name="PRAJNA KANIYA" userId="52dbd77a8c21eaf7" providerId="LiveId" clId="{E1F64D56-961F-44DE-8B4D-9D4C5F82E4CC}" dt="2026-02-05T09:42:32.621" v="347" actId="1076"/>
          <ac:spMkLst>
            <pc:docMk/>
            <pc:sldMk cId="1317924459" sldId="265"/>
            <ac:spMk id="3" creationId="{754A2AF9-4326-6A39-ACEB-31CDCD6C0255}"/>
          </ac:spMkLst>
        </pc:spChg>
      </pc:sldChg>
      <pc:sldChg chg="addSp delSp modSp new mod modClrScheme chgLayout">
        <pc:chgData name="PRAJNA KANIYA" userId="52dbd77a8c21eaf7" providerId="LiveId" clId="{E1F64D56-961F-44DE-8B4D-9D4C5F82E4CC}" dt="2026-02-05T09:42:42.143" v="349" actId="1076"/>
        <pc:sldMkLst>
          <pc:docMk/>
          <pc:sldMk cId="460103450" sldId="266"/>
        </pc:sldMkLst>
        <pc:spChg chg="del mod ord">
          <ac:chgData name="PRAJNA KANIYA" userId="52dbd77a8c21eaf7" providerId="LiveId" clId="{E1F64D56-961F-44DE-8B4D-9D4C5F82E4CC}" dt="2026-02-05T09:28:00.511" v="121" actId="700"/>
          <ac:spMkLst>
            <pc:docMk/>
            <pc:sldMk cId="460103450" sldId="266"/>
            <ac:spMk id="2" creationId="{4F7A2FEC-1F44-F258-A805-2F7D359B21F0}"/>
          </ac:spMkLst>
        </pc:spChg>
        <pc:spChg chg="mod ord">
          <ac:chgData name="PRAJNA KANIYA" userId="52dbd77a8c21eaf7" providerId="LiveId" clId="{E1F64D56-961F-44DE-8B4D-9D4C5F82E4CC}" dt="2026-02-05T09:42:37.790" v="348" actId="1076"/>
          <ac:spMkLst>
            <pc:docMk/>
            <pc:sldMk cId="460103450" sldId="266"/>
            <ac:spMk id="3" creationId="{C2A44497-6ECA-9287-020D-95EEAAC869B5}"/>
          </ac:spMkLst>
        </pc:spChg>
        <pc:spChg chg="add del mod ord">
          <ac:chgData name="PRAJNA KANIYA" userId="52dbd77a8c21eaf7" providerId="LiveId" clId="{E1F64D56-961F-44DE-8B4D-9D4C5F82E4CC}" dt="2026-02-05T09:28:11.719" v="123" actId="21"/>
          <ac:spMkLst>
            <pc:docMk/>
            <pc:sldMk cId="460103450" sldId="266"/>
            <ac:spMk id="4" creationId="{A2D1E00D-768B-B66A-B27E-5B386FDA801C}"/>
          </ac:spMkLst>
        </pc:spChg>
        <pc:spChg chg="add del mod ord">
          <ac:chgData name="PRAJNA KANIYA" userId="52dbd77a8c21eaf7" providerId="LiveId" clId="{E1F64D56-961F-44DE-8B4D-9D4C5F82E4CC}" dt="2026-02-05T09:28:08.949" v="122" actId="21"/>
          <ac:spMkLst>
            <pc:docMk/>
            <pc:sldMk cId="460103450" sldId="266"/>
            <ac:spMk id="5" creationId="{9D268EFE-5E06-4119-DF60-0A924892043F}"/>
          </ac:spMkLst>
        </pc:spChg>
        <pc:spChg chg="add del mod ord">
          <ac:chgData name="PRAJNA KANIYA" userId="52dbd77a8c21eaf7" providerId="LiveId" clId="{E1F64D56-961F-44DE-8B4D-9D4C5F82E4CC}" dt="2026-02-05T09:28:50.130" v="136" actId="21"/>
          <ac:spMkLst>
            <pc:docMk/>
            <pc:sldMk cId="460103450" sldId="266"/>
            <ac:spMk id="6" creationId="{3F9BF2D7-4A00-1650-3CE3-004F54611E3B}"/>
          </ac:spMkLst>
        </pc:spChg>
        <pc:spChg chg="add mod ord">
          <ac:chgData name="PRAJNA KANIYA" userId="52dbd77a8c21eaf7" providerId="LiveId" clId="{E1F64D56-961F-44DE-8B4D-9D4C5F82E4CC}" dt="2026-02-05T09:42:42.143" v="349" actId="1076"/>
          <ac:spMkLst>
            <pc:docMk/>
            <pc:sldMk cId="460103450" sldId="266"/>
            <ac:spMk id="7" creationId="{2308B346-2288-E457-54A4-B211287BE491}"/>
          </ac:spMkLst>
        </pc:spChg>
      </pc:sldChg>
      <pc:sldChg chg="addSp delSp modSp new mod modClrScheme chgLayout">
        <pc:chgData name="PRAJNA KANIYA" userId="52dbd77a8c21eaf7" providerId="LiveId" clId="{E1F64D56-961F-44DE-8B4D-9D4C5F82E4CC}" dt="2026-02-05T10:02:37.078" v="403"/>
        <pc:sldMkLst>
          <pc:docMk/>
          <pc:sldMk cId="3923774806" sldId="267"/>
        </pc:sldMkLst>
        <pc:spChg chg="del mod ord">
          <ac:chgData name="PRAJNA KANIYA" userId="52dbd77a8c21eaf7" providerId="LiveId" clId="{E1F64D56-961F-44DE-8B4D-9D4C5F82E4CC}" dt="2026-02-05T09:29:53.873" v="152" actId="700"/>
          <ac:spMkLst>
            <pc:docMk/>
            <pc:sldMk cId="3923774806" sldId="267"/>
            <ac:spMk id="2" creationId="{910E6BB6-DD6A-782B-2FD7-B398233D55AD}"/>
          </ac:spMkLst>
        </pc:spChg>
        <pc:spChg chg="del mod ord">
          <ac:chgData name="PRAJNA KANIYA" userId="52dbd77a8c21eaf7" providerId="LiveId" clId="{E1F64D56-961F-44DE-8B4D-9D4C5F82E4CC}" dt="2026-02-05T09:29:53.873" v="152" actId="700"/>
          <ac:spMkLst>
            <pc:docMk/>
            <pc:sldMk cId="3923774806" sldId="267"/>
            <ac:spMk id="3" creationId="{F5117074-26FD-BA2D-0251-2AF8D079BB8D}"/>
          </ac:spMkLst>
        </pc:spChg>
        <pc:spChg chg="del">
          <ac:chgData name="PRAJNA KANIYA" userId="52dbd77a8c21eaf7" providerId="LiveId" clId="{E1F64D56-961F-44DE-8B4D-9D4C5F82E4CC}" dt="2026-02-05T09:29:53.873" v="152" actId="700"/>
          <ac:spMkLst>
            <pc:docMk/>
            <pc:sldMk cId="3923774806" sldId="267"/>
            <ac:spMk id="4" creationId="{19FFBA17-133D-562D-4CA5-BA5ADB5B2FBF}"/>
          </ac:spMkLst>
        </pc:spChg>
        <pc:spChg chg="del">
          <ac:chgData name="PRAJNA KANIYA" userId="52dbd77a8c21eaf7" providerId="LiveId" clId="{E1F64D56-961F-44DE-8B4D-9D4C5F82E4CC}" dt="2026-02-05T09:29:53.873" v="152" actId="700"/>
          <ac:spMkLst>
            <pc:docMk/>
            <pc:sldMk cId="3923774806" sldId="267"/>
            <ac:spMk id="5" creationId="{51D4A9B0-3120-0415-75E0-74778990DA27}"/>
          </ac:spMkLst>
        </pc:spChg>
        <pc:spChg chg="del">
          <ac:chgData name="PRAJNA KANIYA" userId="52dbd77a8c21eaf7" providerId="LiveId" clId="{E1F64D56-961F-44DE-8B4D-9D4C5F82E4CC}" dt="2026-02-05T09:29:53.873" v="152" actId="700"/>
          <ac:spMkLst>
            <pc:docMk/>
            <pc:sldMk cId="3923774806" sldId="267"/>
            <ac:spMk id="6" creationId="{A21C2C1D-CE27-7969-C3BB-0AB0EE641337}"/>
          </ac:spMkLst>
        </pc:spChg>
        <pc:spChg chg="add del mod ord">
          <ac:chgData name="PRAJNA KANIYA" userId="52dbd77a8c21eaf7" providerId="LiveId" clId="{E1F64D56-961F-44DE-8B4D-9D4C5F82E4CC}" dt="2026-02-05T10:02:37.078" v="403"/>
          <ac:spMkLst>
            <pc:docMk/>
            <pc:sldMk cId="3923774806" sldId="267"/>
            <ac:spMk id="7" creationId="{0E93696D-69C6-C592-0C62-6B0A44C4DBDF}"/>
          </ac:spMkLst>
        </pc:spChg>
        <pc:spChg chg="add del mod ord">
          <ac:chgData name="PRAJNA KANIYA" userId="52dbd77a8c21eaf7" providerId="LiveId" clId="{E1F64D56-961F-44DE-8B4D-9D4C5F82E4CC}" dt="2026-02-05T09:30:14.400" v="173" actId="21"/>
          <ac:spMkLst>
            <pc:docMk/>
            <pc:sldMk cId="3923774806" sldId="267"/>
            <ac:spMk id="8" creationId="{75E6F5DB-62DC-349C-DA49-2F7CF9C14BDD}"/>
          </ac:spMkLst>
        </pc:spChg>
        <pc:spChg chg="add del mod">
          <ac:chgData name="PRAJNA KANIYA" userId="52dbd77a8c21eaf7" providerId="LiveId" clId="{E1F64D56-961F-44DE-8B4D-9D4C5F82E4CC}" dt="2026-02-05T09:30:10.185" v="172" actId="21"/>
          <ac:spMkLst>
            <pc:docMk/>
            <pc:sldMk cId="3923774806" sldId="267"/>
            <ac:spMk id="10" creationId="{3573780F-C6C2-D745-C7E9-AA6DD226DAE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199A7-2846-441D-967F-E10FB2CBD92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65D2-32B9-40A1-A0E4-555B1C19D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143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199A7-2846-441D-967F-E10FB2CBD92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65D2-32B9-40A1-A0E4-555B1C19D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101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199A7-2846-441D-967F-E10FB2CBD92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65D2-32B9-40A1-A0E4-555B1C19D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429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199A7-2846-441D-967F-E10FB2CBD92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65D2-32B9-40A1-A0E4-555B1C19D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09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199A7-2846-441D-967F-E10FB2CBD92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65D2-32B9-40A1-A0E4-555B1C19D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79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199A7-2846-441D-967F-E10FB2CBD92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65D2-32B9-40A1-A0E4-555B1C19D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535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199A7-2846-441D-967F-E10FB2CBD92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65D2-32B9-40A1-A0E4-555B1C19D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827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199A7-2846-441D-967F-E10FB2CBD92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65D2-32B9-40A1-A0E4-555B1C19D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213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199A7-2846-441D-967F-E10FB2CBD92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65D2-32B9-40A1-A0E4-555B1C19D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944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199A7-2846-441D-967F-E10FB2CBD92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65D2-32B9-40A1-A0E4-555B1C19D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517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199A7-2846-441D-967F-E10FB2CBD92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65D2-32B9-40A1-A0E4-555B1C19D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213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199A7-2846-441D-967F-E10FB2CBD92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2B65D2-32B9-40A1-A0E4-555B1C19D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759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566CC-9D49-67A6-A1C5-B34374454D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1963" y="909240"/>
            <a:ext cx="9260958" cy="1855226"/>
          </a:xfrm>
        </p:spPr>
        <p:txBody>
          <a:bodyPr/>
          <a:lstStyle/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and Modules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FDA7B1-384D-CD32-8AA8-654F40DF2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3991" y="3317357"/>
            <a:ext cx="7322288" cy="4081643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Team: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TechNova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pPr>
              <a:tabLst>
                <a:tab pos="5294313" algn="l"/>
              </a:tabLs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Jeevan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Preksha Shetty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Disha M 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Prajna K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Hemanth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5207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1EC54-3509-FA8B-128A-48E92C7F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995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C70C8-46BD-8EC0-4504-91505B858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240"/>
            <a:ext cx="10515600" cy="494760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function is a block of code with a name that does one specific task.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writing the same code again and again, we write it once inside a function and use it whenever we need it.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Functions?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Repeating code can increase mistakes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programs become hard to read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Fixing the same logic in many places takes more time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033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8852A-AE5D-92D5-0F92-9C58A7DDC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3440"/>
            <a:ext cx="10515600" cy="532352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greet():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print("Hello, Welcome!")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greet()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Hello, Welcome!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233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86358-945C-FADF-35AA-07415D7DF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7845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Arguments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59623-B0B4-4322-1C31-C1C0FF3C0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Arguments allow data to be passed into a function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make functions flexible and reusable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function can work with different inputs</a:t>
            </a: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57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F5512-7C52-00E7-CD82-828AA1170D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6760" y="512763"/>
            <a:ext cx="9804400" cy="1427797"/>
          </a:xfrm>
        </p:spPr>
        <p:txBody>
          <a:bodyPr>
            <a:normAutofit/>
          </a:bodyPr>
          <a:lstStyle/>
          <a:p>
            <a:pPr algn="l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Values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047D28-63EB-99BF-C98F-DFB0C279E6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920" y="1645920"/>
            <a:ext cx="10038080" cy="2595880"/>
          </a:xfrm>
        </p:spPr>
        <p:txBody>
          <a:bodyPr>
            <a:normAutofit/>
          </a:bodyPr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values send data back from a function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Returned data can be stored, reused, or passed to other functions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 for building program logic</a:t>
            </a:r>
          </a:p>
        </p:txBody>
      </p:sp>
    </p:spTree>
    <p:extLst>
      <p:ext uri="{BB962C8B-B14F-4D97-AF65-F5344CB8AC3E}">
        <p14:creationId xmlns:p14="http://schemas.microsoft.com/office/powerpoint/2010/main" val="379168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7594F-04B5-F94F-343C-0149726986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480" y="904240"/>
            <a:ext cx="9144000" cy="4368800"/>
          </a:xfrm>
        </p:spPr>
        <p:txBody>
          <a:bodyPr>
            <a:noAutofit/>
          </a:bodyPr>
          <a:lstStyle/>
          <a:p>
            <a:pPr algn="l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add_numbers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(a, b):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a + b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=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add_numbers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(5, 3)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print(result)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8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852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24009-F3AC-C276-1216-BAD8C85725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7680" y="262890"/>
            <a:ext cx="10068560" cy="812800"/>
          </a:xfrm>
        </p:spPr>
        <p:txBody>
          <a:bodyPr>
            <a:normAutofit/>
          </a:bodyPr>
          <a:lstStyle/>
          <a:p>
            <a:pPr algn="l"/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Scope in Python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EC76E5-7769-E5F6-F747-E9B3460E1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360" y="1513841"/>
            <a:ext cx="11043920" cy="4917438"/>
          </a:xfrm>
        </p:spPr>
        <p:txBody>
          <a:bodyPr>
            <a:noAutofit/>
          </a:bodyPr>
          <a:lstStyle/>
          <a:p>
            <a:pPr algn="l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defines where a variable can be accessed in a program.</a:t>
            </a:r>
          </a:p>
          <a:p>
            <a:pPr algn="l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Scope :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Variable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Declared outside a function and accessible throughout the file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Variable: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Declared inside a function and accessible only within that function</a:t>
            </a:r>
          </a:p>
          <a:p>
            <a:pPr algn="l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2" algn="l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10      # Global variable</a:t>
            </a:r>
          </a:p>
          <a:p>
            <a:pPr lvl="2" algn="l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show_value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</a:p>
          <a:p>
            <a:pPr lvl="2" algn="l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 = 5   # Local variable</a:t>
            </a:r>
          </a:p>
          <a:p>
            <a:pPr lvl="2" algn="l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print(x)</a:t>
            </a:r>
          </a:p>
          <a:p>
            <a:pPr lvl="2" algn="l"/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show_value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lvl="2" algn="l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print(x)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s 7">
            <a:extLst>
              <a:ext uri="{FF2B5EF4-FFF2-40B4-BE49-F238E27FC236}">
                <a16:creationId xmlns:a16="http://schemas.microsoft.com/office/drawing/2014/main" id="{5A3DA7B5-54CC-E496-D7CA-00B2D9AECF6D}"/>
              </a:ext>
            </a:extLst>
          </p:cNvPr>
          <p:cNvSpPr/>
          <p:nvPr/>
        </p:nvSpPr>
        <p:spPr>
          <a:xfrm>
            <a:off x="7512050" y="4318000"/>
            <a:ext cx="2370455" cy="146431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b="1" dirty="0"/>
              <a:t>Output:</a:t>
            </a:r>
            <a:endParaRPr lang="en-US" dirty="0"/>
          </a:p>
          <a:p>
            <a:pPr algn="ctr"/>
            <a:r>
              <a:rPr lang="en-US" altLang="en-US" dirty="0"/>
              <a:t>5</a:t>
            </a:r>
          </a:p>
          <a:p>
            <a:pPr algn="ctr"/>
            <a:r>
              <a:rPr lang="en-US" altLang="en-US" dirty="0"/>
              <a:t>10</a:t>
            </a:r>
          </a:p>
          <a:p>
            <a:pPr algn="ctr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40905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743EA-B404-F4E0-00E8-11F2F748D5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3120" y="472123"/>
            <a:ext cx="9144000" cy="747077"/>
          </a:xfrm>
        </p:spPr>
        <p:txBody>
          <a:bodyPr>
            <a:normAutofit/>
          </a:bodyPr>
          <a:lstStyle/>
          <a:p>
            <a:pPr algn="l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Importing Standard Modules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103269-7FDC-3D33-821A-E58DE538A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3120" y="1706880"/>
            <a:ext cx="10728960" cy="4450080"/>
          </a:xfrm>
        </p:spPr>
        <p:txBody>
          <a:bodyPr>
            <a:noAutofit/>
          </a:bodyPr>
          <a:lstStyle/>
          <a:p>
            <a:pPr algn="jus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module is a file that contains reusable Python code. It helps us organize programs and avoid writing the same code again and again.</a:t>
            </a:r>
          </a:p>
          <a:p>
            <a:pPr algn="just"/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Modules are Used:</a:t>
            </a:r>
          </a:p>
          <a:p>
            <a:pPr algn="jus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save time, make programs easier to understand, and help in code reusability.</a:t>
            </a:r>
          </a:p>
          <a:p>
            <a:pPr algn="jus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Built-in Modules: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 module used for mathematical operations like square root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module – used to generate random number.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962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8277E-DFB1-8E1F-B9E8-47B8A525A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440" y="1043304"/>
            <a:ext cx="10515600" cy="489013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math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random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datetime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= 36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square_root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math.sqrt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modulerandom_number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random.randint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(1, 100) 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modulecurrent_time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datetime.datetime.now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print("Square root of", number, "is:",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square_root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print("Random number between 1 and 100:",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random_number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print("Current date and time:",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current_time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37912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05491-5C93-49CE-131B-92B752C7C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320" y="385445"/>
            <a:ext cx="11059160" cy="83375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and Importing Custom Modules in Python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A2AF9-4326-6A39-ACEB-31CDCD6C0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100" y="1561465"/>
            <a:ext cx="10515600" cy="4351338"/>
          </a:xfrm>
        </p:spPr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module in Python is a file that contains reusable code like functions or variables.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create a custom module by saving code in a .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modules improve code reusability, readability, and project organization.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924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44497-6ECA-9287-020D-95EEAAC869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920115"/>
            <a:ext cx="5157787" cy="35728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add(a, b):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a + b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subtract(a, b):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a - b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308B346-2288-E457-54A4-B211287BE4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4428" y="2418080"/>
            <a:ext cx="5655628" cy="20748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calculator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calculator.add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(10, 5))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calculator.subtract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(10, 5))</a:t>
            </a:r>
          </a:p>
        </p:txBody>
      </p:sp>
    </p:spTree>
    <p:extLst>
      <p:ext uri="{BB962C8B-B14F-4D97-AF65-F5344CB8AC3E}">
        <p14:creationId xmlns:p14="http://schemas.microsoft.com/office/powerpoint/2010/main" val="460103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E93696D-69C6-C592-0C62-6B0A44C4DB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You...</a:t>
            </a:r>
          </a:p>
        </p:txBody>
      </p:sp>
    </p:spTree>
    <p:extLst>
      <p:ext uri="{BB962C8B-B14F-4D97-AF65-F5344CB8AC3E}">
        <p14:creationId xmlns:p14="http://schemas.microsoft.com/office/powerpoint/2010/main" val="3923774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73</TotalTime>
  <Words>545</Words>
  <Application>Microsoft Office PowerPoint</Application>
  <PresentationFormat>Widescreen</PresentationFormat>
  <Paragraphs>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2013 - 2022 Theme</vt:lpstr>
      <vt:lpstr>Functions and Modules </vt:lpstr>
      <vt:lpstr>Introduction to Functions</vt:lpstr>
      <vt:lpstr>PowerPoint Presentation</vt:lpstr>
      <vt:lpstr>Arguments </vt:lpstr>
      <vt:lpstr>Return Values </vt:lpstr>
      <vt:lpstr>Example:  def add_numbers(a, b):     return a + b   result = add_numbers(5, 3) print(result)  Output: 8 </vt:lpstr>
      <vt:lpstr>Variable Scope in Python</vt:lpstr>
      <vt:lpstr>Importing Standard Modules</vt:lpstr>
      <vt:lpstr>PowerPoint Presentation</vt:lpstr>
      <vt:lpstr>Creating and Importing Custom Modules in Python</vt:lpstr>
      <vt:lpstr>PowerPoint Presentation</vt:lpstr>
      <vt:lpstr>Thank You...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PRAJNA KANIYA</dc:creator>
  <cp:lastModifiedBy>PRAJNA KANIYA</cp:lastModifiedBy>
  <cp:revision>1</cp:revision>
  <dcterms:created xsi:type="dcterms:W3CDTF">2026-02-05T08:57:08Z</dcterms:created>
  <dcterms:modified xsi:type="dcterms:W3CDTF">2026-02-05T10:11:55Z</dcterms:modified>
</cp:coreProperties>
</file>